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2.xml" ContentType="application/vnd.openxmlformats-officedocument.presentationml.slide+xml"/>
  <Override PartName="/ppt/notesSlides/notesSlide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a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b.xml" ContentType="application/vnd.openxmlformats-officedocument.presentationml.slide+xml"/>
  <Override PartName="/ppt/notesSlides/notesSlidea.xml" ContentType="application/vnd.openxmlformats-officedocument.presentationml.notesSlide+xml"/>
  <Override PartName="/ppt/slides/slidec.xml" ContentType="application/vnd.openxmlformats-officedocument.presentationml.slide+xml"/>
  <Override PartName="/ppt/notesSlides/notesSlideb.xml" ContentType="application/vnd.openxmlformats-officedocument.presentationml.notesSlide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p15="http://schemas.microsoft.com/office/powerpoint/2012/main"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sldIdLst>
    <p:sldId id="256" r:id="rId2"/>
    <p:sldId id="257" r:id="RelId0"/>
    <p:sldId id="258" r:id="RelId1"/>
    <p:sldId id="259" r:id="RelId2"/>
    <p:sldId id="260" r:id="RelId3"/>
    <p:sldId id="261" r:id="RelId4"/>
    <p:sldId id="262" r:id="RelId5"/>
    <p:sldId id="263" r:id="RelId6"/>
    <p:sldId id="264" r:id="RelId7"/>
    <p:sldId id="265" r:id="RelId8"/>
    <p:sldId id="266" r:id="RelId9"/>
    <p:sldId id="267" r:id="RelId1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3C910"/>
    <a:srgbClr val="D9D9D9"/>
    <a:srgbClr val="D3D3D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34580" autoAdjust="0"/>
    <p:restoredTop sz="86410" autoAdjust="0"/>
  </p:normalViewPr>
  <p:slideViewPr>
    <p:cSldViewPr snapToGrid="0" snapToObjects="1">
      <p:cViewPr varScale="1">
        <p:scale>
          <a:sx n="72" d="100"/>
          <a:sy n="72" d="100"/>
        </p:scale>
        <p:origin x="84" y="756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presProps" Target="presProps.xml" Id="rId3" /><Relationship Type="http://schemas.openxmlformats.org/officeDocument/2006/relationships/slide" Target="slides/slide1.xml" Id="rId2" /><Relationship Type="http://schemas.openxmlformats.org/officeDocument/2006/relationships/slideMaster" Target="slideMasters/slideMaster1.xml" Id="rId1" /><Relationship Type="http://schemas.openxmlformats.org/officeDocument/2006/relationships/tableStyles" Target="tableStyles.xml" Id="rId6" /><Relationship Type="http://schemas.openxmlformats.org/officeDocument/2006/relationships/theme" Target="theme/theme1.xml" Id="rId5" /><Relationship Type="http://schemas.openxmlformats.org/officeDocument/2006/relationships/viewProps" Target="viewProps.xml" Id="rId4" /><Relationship Type="http://schemas.openxmlformats.org/officeDocument/2006/relationships/slide" Target="/ppt/slides/slide2.xml" Id="RelId0" /><Relationship Type="http://schemas.openxmlformats.org/officeDocument/2006/relationships/slide" Target="/ppt/slides/slide3.xml" Id="RelId1" /><Relationship Type="http://schemas.openxmlformats.org/officeDocument/2006/relationships/slide" Target="/ppt/slides/slide4.xml" Id="RelId2" /><Relationship Type="http://schemas.openxmlformats.org/officeDocument/2006/relationships/slide" Target="/ppt/slides/slide5.xml" Id="RelId3" /><Relationship Type="http://schemas.openxmlformats.org/officeDocument/2006/relationships/slide" Target="/ppt/slides/slide6.xml" Id="RelId4" /><Relationship Type="http://schemas.openxmlformats.org/officeDocument/2006/relationships/slide" Target="/ppt/slides/slide7.xml" Id="RelId5" /><Relationship Type="http://schemas.openxmlformats.org/officeDocument/2006/relationships/slide" Target="/ppt/slides/slide8.xml" Id="RelId6" /><Relationship Type="http://schemas.openxmlformats.org/officeDocument/2006/relationships/slide" Target="/ppt/slides/slide9.xml" Id="RelId7" /><Relationship Type="http://schemas.openxmlformats.org/officeDocument/2006/relationships/slide" Target="/ppt/slides/slidea.xml" Id="RelId8" /><Relationship Type="http://schemas.openxmlformats.org/officeDocument/2006/relationships/slide" Target="/ppt/slides/slideb.xml" Id="RelId9" /><Relationship Type="http://schemas.openxmlformats.org/officeDocument/2006/relationships/slide" Target="/ppt/slides/slidec.xml" Id="RelId10" /></Relationships>
</file>

<file path=ppt/notesSlides/notesSlide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Text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b="1" dirty="0"/>
              <a:t>pivotTable</a:t>
            </a:r>
            <a:endParaRPr dirty="0"/>
          </a:p>
          <a:p xmlns:a="http://schemas.openxmlformats.org/drawingml/2006/main">
            <a:r>
              <a:rPr b="0" dirty="0"/>
              <a:t>No alt text provided</a:t>
            </a:r>
            <a:endParaRPr dirty="0"/>
          </a:p>
          <a:p xmlns:a="http://schemas.openxmlformats.org/drawingml/2006/main">
            <a:r>
              <a:rPr b="0" dirty="0"/>
              <a:t/>
            </a:r>
            <a:endParaRPr dirty="0"/>
          </a:p>
        </p:txBody>
      </p:sp>
    </p:spTree>
    <p:clrMapOvr>
      <a:masterClrMapping xmlns:a="http://schemas.openxmlformats.org/drawingml/2006/main"/>
    </p:clrMapOvr>
  </p:cSld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Text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b="1" dirty="0"/>
              <a:t>pivotTable</a:t>
            </a:r>
            <a:endParaRPr dirty="0"/>
          </a:p>
          <a:p xmlns:a="http://schemas.openxmlformats.org/drawingml/2006/main">
            <a:r>
              <a:rPr b="0" dirty="0"/>
              <a:t>No alt text provided</a:t>
            </a:r>
            <a:endParaRPr dirty="0"/>
          </a:p>
          <a:p xmlns:a="http://schemas.openxmlformats.org/drawingml/2006/main">
            <a:r>
              <a:rPr b="0" dirty="0"/>
              <a:t/>
            </a:r>
            <a:endParaRPr dirty="0"/>
          </a:p>
        </p:txBody>
      </p:sp>
    </p:spTree>
    <p:clrMapOvr>
      <a:masterClrMapping xmlns:a="http://schemas.openxmlformats.org/drawingml/2006/main"/>
    </p:clrMapOvr>
  </p:cSld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Text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b="1" dirty="0"/>
              <a:t>pivotTable</a:t>
            </a:r>
            <a:endParaRPr dirty="0"/>
          </a:p>
          <a:p xmlns:a="http://schemas.openxmlformats.org/drawingml/2006/main">
            <a:r>
              <a:rPr b="0" dirty="0"/>
              <a:t>No alt text provided</a:t>
            </a:r>
            <a:endParaRPr dirty="0"/>
          </a:p>
          <a:p xmlns:a="http://schemas.openxmlformats.org/drawingml/2006/main">
            <a:r>
              <a:rPr b="0" dirty="0"/>
              <a:t/>
            </a:r>
            <a:endParaRPr dirty="0"/>
          </a:p>
        </p:txBody>
      </p:sp>
    </p:spTree>
    <p:clrMapOvr>
      <a:masterClrMapping xmlns:a="http://schemas.openxmlformats.org/drawingml/2006/main"/>
    </p:clrMapOvr>
  </p:cSld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Text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b="1" dirty="0"/>
              <a:t>clusteredBarChart</a:t>
            </a:r>
            <a:endParaRPr dirty="0"/>
          </a:p>
          <a:p xmlns:a="http://schemas.openxmlformats.org/drawingml/2006/main">
            <a:r>
              <a:rPr b="0" dirty="0"/>
              <a:t>Clustered bar chart</a:t>
            </a:r>
            <a:endParaRPr dirty="0"/>
          </a:p>
          <a:p xmlns:a="http://schemas.openxmlformats.org/drawingml/2006/main">
            <a:r>
              <a:rPr b="0" dirty="0"/>
              <a:t/>
            </a:r>
            <a:endParaRPr dirty="0"/>
          </a:p>
          <a:p xmlns:a="http://schemas.openxmlformats.org/drawingml/2006/main">
            <a:r>
              <a:rPr b="1" dirty="0"/>
              <a:t>pivotTable</a:t>
            </a:r>
            <a:endParaRPr dirty="0"/>
          </a:p>
          <a:p xmlns:a="http://schemas.openxmlformats.org/drawingml/2006/main">
            <a:r>
              <a:rPr b="0" dirty="0"/>
              <a:t>No alt text provided</a:t>
            </a:r>
            <a:endParaRPr dirty="0"/>
          </a:p>
          <a:p xmlns:a="http://schemas.openxmlformats.org/drawingml/2006/main">
            <a:r>
              <a:rPr b="0" dirty="0"/>
              <a:t/>
            </a:r>
            <a:endParaRPr dirty="0"/>
          </a:p>
        </p:txBody>
      </p:sp>
    </p:spTree>
    <p:clrMapOvr>
      <a:masterClrMapping xmlns:a="http://schemas.openxmlformats.org/drawingml/2006/main"/>
    </p:clrMapOvr>
  </p:cSld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Text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b="1" dirty="0"/>
              <a:t>pivotTable</a:t>
            </a:r>
            <a:endParaRPr dirty="0"/>
          </a:p>
          <a:p xmlns:a="http://schemas.openxmlformats.org/drawingml/2006/main">
            <a:r>
              <a:rPr b="0" dirty="0"/>
              <a:t>No alt text provided</a:t>
            </a:r>
            <a:endParaRPr dirty="0"/>
          </a:p>
          <a:p xmlns:a="http://schemas.openxmlformats.org/drawingml/2006/main">
            <a:r>
              <a:rPr b="0" dirty="0"/>
              <a:t/>
            </a:r>
            <a:endParaRPr dirty="0"/>
          </a:p>
          <a:p xmlns:a="http://schemas.openxmlformats.org/drawingml/2006/main">
            <a:r>
              <a:rPr b="1" dirty="0"/>
              <a:t>shape</a:t>
            </a:r>
            <a:endParaRPr dirty="0"/>
          </a:p>
          <a:p xmlns:a="http://schemas.openxmlformats.org/drawingml/2006/main">
            <a:r>
              <a:rPr b="0" dirty="0"/>
              <a:t>No alt text provided</a:t>
            </a:r>
            <a:endParaRPr dirty="0"/>
          </a:p>
          <a:p xmlns:a="http://schemas.openxmlformats.org/drawingml/2006/main">
            <a:r>
              <a:rPr b="0" dirty="0"/>
              <a:t/>
            </a:r>
            <a:endParaRPr dirty="0"/>
          </a:p>
          <a:p xmlns:a="http://schemas.openxmlformats.org/drawingml/2006/main">
            <a:r>
              <a:rPr b="1" dirty="0"/>
              <a:t>pivotTable</a:t>
            </a:r>
            <a:endParaRPr dirty="0"/>
          </a:p>
          <a:p xmlns:a="http://schemas.openxmlformats.org/drawingml/2006/main">
            <a:r>
              <a:rPr b="0" dirty="0"/>
              <a:t>No alt text provided</a:t>
            </a:r>
            <a:endParaRPr dirty="0"/>
          </a:p>
          <a:p xmlns:a="http://schemas.openxmlformats.org/drawingml/2006/main">
            <a:r>
              <a:rPr b="0" dirty="0"/>
              <a:t/>
            </a:r>
            <a:endParaRPr dirty="0"/>
          </a:p>
        </p:txBody>
      </p:sp>
    </p:spTree>
    <p:clrMapOvr>
      <a:masterClrMapping xmlns:a="http://schemas.openxmlformats.org/drawingml/2006/main"/>
    </p:clrMapOvr>
  </p:cSld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Text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b="1" dirty="0"/>
              <a:t>pivotTable</a:t>
            </a:r>
            <a:endParaRPr dirty="0"/>
          </a:p>
          <a:p xmlns:a="http://schemas.openxmlformats.org/drawingml/2006/main">
            <a:r>
              <a:rPr b="0" dirty="0"/>
              <a:t>No alt text provided</a:t>
            </a:r>
            <a:endParaRPr dirty="0"/>
          </a:p>
          <a:p xmlns:a="http://schemas.openxmlformats.org/drawingml/2006/main">
            <a:r>
              <a:rPr b="0" dirty="0"/>
              <a:t/>
            </a:r>
            <a:endParaRPr dirty="0"/>
          </a:p>
        </p:txBody>
      </p:sp>
    </p:spTree>
    <p:clrMapOvr>
      <a:masterClrMapping xmlns:a="http://schemas.openxmlformats.org/drawingml/2006/main"/>
    </p:clrMapOvr>
  </p:cSld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Text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b="1" dirty="0"/>
              <a:t>clusteredColumnChart</a:t>
            </a:r>
            <a:endParaRPr dirty="0"/>
          </a:p>
          <a:p xmlns:a="http://schemas.openxmlformats.org/drawingml/2006/main">
            <a:r>
              <a:rPr b="0" dirty="0"/>
              <a:t>No alt text provided</a:t>
            </a:r>
            <a:endParaRPr dirty="0"/>
          </a:p>
          <a:p xmlns:a="http://schemas.openxmlformats.org/drawingml/2006/main">
            <a:r>
              <a:rPr b="0" dirty="0"/>
              <a:t/>
            </a:r>
            <a:endParaRPr dirty="0"/>
          </a:p>
        </p:txBody>
      </p:sp>
    </p:spTree>
    <p:clrMapOvr>
      <a:masterClrMapping xmlns:a="http://schemas.openxmlformats.org/drawingml/2006/main"/>
    </p:clrMapOvr>
  </p:cSld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Text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b="1" dirty="0"/>
              <a:t>clusteredColumnChart</a:t>
            </a:r>
            <a:endParaRPr dirty="0"/>
          </a:p>
          <a:p xmlns:a="http://schemas.openxmlformats.org/drawingml/2006/main">
            <a:r>
              <a:rPr b="0" dirty="0"/>
              <a:t>No alt text provided</a:t>
            </a:r>
            <a:endParaRPr dirty="0"/>
          </a:p>
          <a:p xmlns:a="http://schemas.openxmlformats.org/drawingml/2006/main">
            <a:r>
              <a:rPr b="0" dirty="0"/>
              <a:t/>
            </a:r>
            <a:endParaRPr dirty="0"/>
          </a:p>
        </p:txBody>
      </p:sp>
    </p:spTree>
    <p:clrMapOvr>
      <a:masterClrMapping xmlns:a="http://schemas.openxmlformats.org/drawingml/2006/main"/>
    </p:clrMapOvr>
  </p:cSld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Text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b="1" dirty="0"/>
              <a:t>lineStackedColumnComboChart</a:t>
            </a:r>
            <a:endParaRPr dirty="0"/>
          </a:p>
          <a:p xmlns:a="http://schemas.openxmlformats.org/drawingml/2006/main">
            <a:r>
              <a:rPr b="0" dirty="0"/>
              <a:t>No alt text provided</a:t>
            </a:r>
            <a:endParaRPr dirty="0"/>
          </a:p>
          <a:p xmlns:a="http://schemas.openxmlformats.org/drawingml/2006/main">
            <a:r>
              <a:rPr b="0" dirty="0"/>
              <a:t/>
            </a:r>
            <a:endParaRPr dirty="0"/>
          </a:p>
        </p:txBody>
      </p:sp>
    </p:spTree>
    <p:clrMapOvr>
      <a:masterClrMapping xmlns:a="http://schemas.openxmlformats.org/drawingml/2006/main"/>
    </p:clrMapOvr>
  </p:cSld>
</p:notes>
</file>

<file path=ppt/notesSlides/notesSlidea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Text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b="1" dirty="0"/>
              <a:t>clusteredColumnChart</a:t>
            </a:r>
            <a:endParaRPr dirty="0"/>
          </a:p>
          <a:p xmlns:a="http://schemas.openxmlformats.org/drawingml/2006/main">
            <a:r>
              <a:rPr b="0" dirty="0"/>
              <a:t>No alt text provided</a:t>
            </a:r>
            <a:endParaRPr dirty="0"/>
          </a:p>
          <a:p xmlns:a="http://schemas.openxmlformats.org/drawingml/2006/main">
            <a:r>
              <a:rPr b="0" dirty="0"/>
              <a:t/>
            </a:r>
            <a:endParaRPr dirty="0"/>
          </a:p>
          <a:p xmlns:a="http://schemas.openxmlformats.org/drawingml/2006/main">
            <a:r>
              <a:rPr b="1" dirty="0"/>
              <a:t>lineChart</a:t>
            </a:r>
            <a:endParaRPr dirty="0"/>
          </a:p>
          <a:p xmlns:a="http://schemas.openxmlformats.org/drawingml/2006/main">
            <a:r>
              <a:rPr b="0" dirty="0"/>
              <a:t>No alt text provided</a:t>
            </a:r>
            <a:endParaRPr dirty="0"/>
          </a:p>
          <a:p xmlns:a="http://schemas.openxmlformats.org/drawingml/2006/main">
            <a:r>
              <a:rPr b="0" dirty="0"/>
              <a:t/>
            </a:r>
            <a:endParaRPr dirty="0"/>
          </a:p>
        </p:txBody>
      </p:sp>
    </p:spTree>
    <p:clrMapOvr>
      <a:masterClrMapping xmlns:a="http://schemas.openxmlformats.org/drawingml/2006/main"/>
    </p:clrMapOvr>
  </p:cSld>
</p:notes>
</file>

<file path=ppt/notesSlides/notesSlideb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Text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b="1" dirty="0"/>
              <a:t>columnChart</a:t>
            </a:r>
            <a:endParaRPr dirty="0"/>
          </a:p>
          <a:p xmlns:a="http://schemas.openxmlformats.org/drawingml/2006/main">
            <a:r>
              <a:rPr b="0" dirty="0"/>
              <a:t>No alt text provided</a:t>
            </a:r>
            <a:endParaRPr dirty="0"/>
          </a:p>
          <a:p xmlns:a="http://schemas.openxmlformats.org/drawingml/2006/main">
            <a:r>
              <a:rPr b="0" dirty="0"/>
              <a:t/>
            </a:r>
            <a:endParaRPr dirty="0"/>
          </a:p>
        </p:txBody>
      </p:sp>
    </p:spTree>
    <p:clrMapOvr>
      <a:masterClrMapping xmlns:a="http://schemas.openxmlformats.org/drawingml/2006/main"/>
    </p:clrMapOvr>
  </p:cSld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7ED9C8-F09A-4D9E-BEC0-4725162E21FF}" type="datetimeFigureOut">
              <a:rPr lang="en-US" smtClean="0"/>
              <a:t>11/25/2020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7D807A-D3EC-4DEA-86E2-120E4093F1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4768960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7ED9C8-F09A-4D9E-BEC0-4725162E21FF}" type="datetimeFigureOut">
              <a:rPr lang="en-US" smtClean="0"/>
              <a:t>11/25/2020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7D807A-D3EC-4DEA-86E2-120E4093F1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449851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7ED9C8-F09A-4D9E-BEC0-4725162E21FF}" type="datetimeFigureOut">
              <a:rPr lang="en-US" smtClean="0"/>
              <a:t>11/25/2020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7D807A-D3EC-4DEA-86E2-120E4093F1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688143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7ED9C8-F09A-4D9E-BEC0-4725162E21FF}" type="datetimeFigureOut">
              <a:rPr lang="en-US" smtClean="0"/>
              <a:t>11/25/2020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7D807A-D3EC-4DEA-86E2-120E4093F1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0433151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7ED9C8-F09A-4D9E-BEC0-4725162E21FF}" type="datetimeFigureOut">
              <a:rPr lang="en-US" smtClean="0"/>
              <a:t>11/25/2020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7D807A-D3EC-4DEA-86E2-120E4093F1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2569246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7ED9C8-F09A-4D9E-BEC0-4725162E21FF}" type="datetimeFigureOut">
              <a:rPr lang="en-US" smtClean="0"/>
              <a:t>11/25/2020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7D807A-D3EC-4DEA-86E2-120E4093F1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8091396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7ED9C8-F09A-4D9E-BEC0-4725162E21FF}" type="datetimeFigureOut">
              <a:rPr lang="en-US" smtClean="0"/>
              <a:t>11/25/2020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7D807A-D3EC-4DEA-86E2-120E4093F1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818112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7ED9C8-F09A-4D9E-BEC0-4725162E21FF}" type="datetimeFigureOut">
              <a:rPr lang="en-US" smtClean="0"/>
              <a:t>11/25/2020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7D807A-D3EC-4DEA-86E2-120E4093F1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339043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7ED9C8-F09A-4D9E-BEC0-4725162E21FF}" type="datetimeFigureOut">
              <a:rPr lang="en-US" smtClean="0"/>
              <a:t>11/25/2020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7D807A-D3EC-4DEA-86E2-120E4093F1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8480752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7ED9C8-F09A-4D9E-BEC0-4725162E21FF}" type="datetimeFigureOut">
              <a:rPr lang="en-US" smtClean="0"/>
              <a:t>11/25/2020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7D807A-D3EC-4DEA-86E2-120E4093F1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5321422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7ED9C8-F09A-4D9E-BEC0-4725162E21FF}" type="datetimeFigureOut">
              <a:rPr lang="en-US" smtClean="0"/>
              <a:t>11/25/2020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7D807A-D3EC-4DEA-86E2-120E4093F1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8264096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p14="http://schemas.microsoft.com/office/powerpoint/2010/main"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27ED9C8-F09A-4D9E-BEC0-4725162E21FF}" type="datetimeFigureOut">
              <a:rPr lang="en-US" smtClean="0"/>
              <a:t>11/25/2020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C7D807A-D3EC-4DEA-86E2-120E4093F1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2369109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&#65279;<?xml version="1.0" encoding="utf-8"?><Relationships xmlns="http://schemas.openxmlformats.org/package/2006/relationships"><Relationship Type="http://schemas.openxmlformats.org/officeDocument/2006/relationships/image" Target="../media/image1.png" Id="rId2" /><Relationship Type="http://schemas.openxmlformats.org/officeDocument/2006/relationships/slideLayout" Target="../slideLayouts/slideLayout7.xml" Id="rId1" /><Relationship Type="http://schemas.openxmlformats.org/officeDocument/2006/relationships/image" Target="../media/image3.png" Id="rId5" /><Relationship Type="http://schemas.openxmlformats.org/officeDocument/2006/relationships/image" Target="../media/image2.png" Id="rId4" /><Relationship Type="http://schemas.openxmlformats.org/officeDocument/2006/relationships/hyperlink" Target="https://app.powerbi.com/groups/me/reports/91d69b33-65bd-4926-9069-c1a15568b66b?pbi_source=PowerPoint" TargetMode="External" Id="coverSlideHpLink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notesSlide" Target="/ppt/notesSlides/notesSlide.xml" Id="R4ea5aa7464824313" /><Relationship Type="http://schemas.openxmlformats.org/officeDocument/2006/relationships/slideLayout" Target="/ppt/slideLayouts/slideLayout8.xml" Id="Rf70cfb94e3694d3a" /><Relationship Type="http://schemas.openxmlformats.org/officeDocument/2006/relationships/hyperlink" Target="https://app.powerbi.com/groups/me/reports/91d69b33-65bd-4926-9069-c1a15568b66b/?pbi_source=PowerPoint" TargetMode="External" Id="RelId0" /><Relationship Type="http://schemas.openxmlformats.org/officeDocument/2006/relationships/image" Target="/ppt/media/image4.png" Id="imgId211379555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notesSlide" Target="/ppt/notesSlides/notesSlide2.xml" Id="Rfdb5506786e841cb" /><Relationship Type="http://schemas.openxmlformats.org/officeDocument/2006/relationships/slideLayout" Target="/ppt/slideLayouts/slideLayout8.xml" Id="Rb0e9bfab5dfb46da" /><Relationship Type="http://schemas.openxmlformats.org/officeDocument/2006/relationships/hyperlink" Target="https://app.powerbi.com/groups/me/reports/91d69b33-65bd-4926-9069-c1a15568b66b/?pbi_source=PowerPoint" TargetMode="External" Id="RelId1" /><Relationship Type="http://schemas.openxmlformats.org/officeDocument/2006/relationships/image" Target="/ppt/media/image5.png" Id="imgId211379552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notesSlide" Target="/ppt/notesSlides/notesSlide3.xml" Id="R6c8acafbb2f0413e" /><Relationship Type="http://schemas.openxmlformats.org/officeDocument/2006/relationships/slideLayout" Target="/ppt/slideLayouts/slideLayout8.xml" Id="R6aa0cfa69198415b" /><Relationship Type="http://schemas.openxmlformats.org/officeDocument/2006/relationships/hyperlink" Target="https://app.powerbi.com/groups/me/reports/91d69b33-65bd-4926-9069-c1a15568b66b/?pbi_source=PowerPoint" TargetMode="External" Id="RelId2" /><Relationship Type="http://schemas.openxmlformats.org/officeDocument/2006/relationships/image" Target="/ppt/media/image6.png" Id="imgId211379554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notesSlide" Target="/ppt/notesSlides/notesSlide4.xml" Id="R298dbadf73c242fa" /><Relationship Type="http://schemas.openxmlformats.org/officeDocument/2006/relationships/slideLayout" Target="/ppt/slideLayouts/slideLayout8.xml" Id="R47fb8b6c4ff5448f" /><Relationship Type="http://schemas.openxmlformats.org/officeDocument/2006/relationships/hyperlink" Target="https://app.powerbi.com/groups/me/reports/91d69b33-65bd-4926-9069-c1a15568b66b/?pbi_source=PowerPoint" TargetMode="External" Id="RelId3" /><Relationship Type="http://schemas.openxmlformats.org/officeDocument/2006/relationships/image" Target="/ppt/media/image7.png" Id="imgId211379553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notesSlide" Target="/ppt/notesSlides/notesSlide5.xml" Id="Rfb4dbe98503e4707" /><Relationship Type="http://schemas.openxmlformats.org/officeDocument/2006/relationships/slideLayout" Target="/ppt/slideLayouts/slideLayout8.xml" Id="Rbd3c347efe4c4053" /><Relationship Type="http://schemas.openxmlformats.org/officeDocument/2006/relationships/hyperlink" Target="https://app.powerbi.com/groups/me/reports/91d69b33-65bd-4926-9069-c1a15568b66b/?pbi_source=PowerPoint" TargetMode="External" Id="RelId4" /><Relationship Type="http://schemas.openxmlformats.org/officeDocument/2006/relationships/image" Target="/ppt/media/image8.png" Id="imgId211379556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notesSlide" Target="/ppt/notesSlides/notesSlide6.xml" Id="R8a3e4d6389284db3" /><Relationship Type="http://schemas.openxmlformats.org/officeDocument/2006/relationships/slideLayout" Target="/ppt/slideLayouts/slideLayout8.xml" Id="R280d80980f5641c2" /><Relationship Type="http://schemas.openxmlformats.org/officeDocument/2006/relationships/hyperlink" Target="https://app.powerbi.com/groups/me/reports/91d69b33-65bd-4926-9069-c1a15568b66b/?pbi_source=PowerPoint" TargetMode="External" Id="RelId5" /><Relationship Type="http://schemas.openxmlformats.org/officeDocument/2006/relationships/image" Target="/ppt/media/image9.png" Id="imgId211379557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notesSlide" Target="/ppt/notesSlides/notesSlide7.xml" Id="R73b1f8036ede4467" /><Relationship Type="http://schemas.openxmlformats.org/officeDocument/2006/relationships/slideLayout" Target="/ppt/slideLayouts/slideLayout8.xml" Id="R4cbd3ac1544644bf" /><Relationship Type="http://schemas.openxmlformats.org/officeDocument/2006/relationships/hyperlink" Target="https://app.powerbi.com/groups/me/reports/91d69b33-65bd-4926-9069-c1a15568b66b/?pbi_source=PowerPoint" TargetMode="External" Id="RelId6" /><Relationship Type="http://schemas.openxmlformats.org/officeDocument/2006/relationships/image" Target="/ppt/media/imagea.png" Id="imgId218514201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notesSlide" Target="/ppt/notesSlides/notesSlide8.xml" Id="Rcddb7a84978b496d" /><Relationship Type="http://schemas.openxmlformats.org/officeDocument/2006/relationships/slideLayout" Target="/ppt/slideLayouts/slideLayout8.xml" Id="R8908bea8e6d14b2d" /><Relationship Type="http://schemas.openxmlformats.org/officeDocument/2006/relationships/hyperlink" Target="https://app.powerbi.com/groups/me/reports/91d69b33-65bd-4926-9069-c1a15568b66b/?pbi_source=PowerPoint" TargetMode="External" Id="RelId7" /><Relationship Type="http://schemas.openxmlformats.org/officeDocument/2006/relationships/image" Target="/ppt/media/imageb.png" Id="imgId218798538" /></Relationships>
</file>

<file path=ppt/slides/_rels/slidea.xml.rels>&#65279;<?xml version="1.0" encoding="utf-8"?><Relationships xmlns="http://schemas.openxmlformats.org/package/2006/relationships"><Relationship Type="http://schemas.openxmlformats.org/officeDocument/2006/relationships/notesSlide" Target="/ppt/notesSlides/notesSlide9.xml" Id="Ra49093e97b874b73" /><Relationship Type="http://schemas.openxmlformats.org/officeDocument/2006/relationships/slideLayout" Target="/ppt/slideLayouts/slideLayout8.xml" Id="R7e9736c9dff847a9" /><Relationship Type="http://schemas.openxmlformats.org/officeDocument/2006/relationships/hyperlink" Target="https://app.powerbi.com/groups/me/reports/91d69b33-65bd-4926-9069-c1a15568b66b/?pbi_source=PowerPoint" TargetMode="External" Id="RelId8" /><Relationship Type="http://schemas.openxmlformats.org/officeDocument/2006/relationships/image" Target="/ppt/media/imagec.png" Id="imgId218798539" /></Relationships>
</file>

<file path=ppt/slides/_rels/slideb.xml.rels>&#65279;<?xml version="1.0" encoding="utf-8"?><Relationships xmlns="http://schemas.openxmlformats.org/package/2006/relationships"><Relationship Type="http://schemas.openxmlformats.org/officeDocument/2006/relationships/notesSlide" Target="/ppt/notesSlides/notesSlidea.xml" Id="R9d2fdafa6d1a4a80" /><Relationship Type="http://schemas.openxmlformats.org/officeDocument/2006/relationships/slideLayout" Target="/ppt/slideLayouts/slideLayout8.xml" Id="R07f798de799c4128" /><Relationship Type="http://schemas.openxmlformats.org/officeDocument/2006/relationships/hyperlink" Target="https://app.powerbi.com/groups/me/reports/91d69b33-65bd-4926-9069-c1a15568b66b/?pbi_source=PowerPoint" TargetMode="External" Id="RelId9" /><Relationship Type="http://schemas.openxmlformats.org/officeDocument/2006/relationships/image" Target="/ppt/media/imaged.png" Id="imgId218975361" /></Relationships>
</file>

<file path=ppt/slides/_rels/slidec.xml.rels>&#65279;<?xml version="1.0" encoding="utf-8"?><Relationships xmlns="http://schemas.openxmlformats.org/package/2006/relationships"><Relationship Type="http://schemas.openxmlformats.org/officeDocument/2006/relationships/notesSlide" Target="/ppt/notesSlides/notesSlideb.xml" Id="Ra98243fe43d04807" /><Relationship Type="http://schemas.openxmlformats.org/officeDocument/2006/relationships/slideLayout" Target="/ppt/slideLayouts/slideLayout8.xml" Id="R07afa7bc31f74c1a" /><Relationship Type="http://schemas.openxmlformats.org/officeDocument/2006/relationships/hyperlink" Target="https://app.powerbi.com/groups/me/reports/91d69b33-65bd-4926-9069-c1a15568b66b/?pbi_source=PowerPoint" TargetMode="External" Id="RelId10" /><Relationship Type="http://schemas.openxmlformats.org/officeDocument/2006/relationships/image" Target="/ppt/media/imagee.png" Id="imgId218975360" /></Relationships>
</file>

<file path=ppt/slides/slide1.xml><?xml version="1.0" encoding="utf-8"?>
<p:sld xmlns:adec="http://schemas.microsoft.com/office/drawing/2017/decorative" xmlns:a14="http://schemas.microsoft.com/office/drawing/2010/main" xmlns:p14="http://schemas.microsoft.com/office/powerpoint/2010/main"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2" name="Title 1"/>
          <p:cNvSpPr txBox="1">
            <a:spLocks noGrp="1"/>
          </p:cNvSpPr>
          <p:nvPr>
            <p:ph type="title" idx="4294967295"/>
          </p:nvPr>
        </p:nvSpPr>
        <p:spPr>
          <a:xfrm>
            <a:off x="810584" y="2982149"/>
            <a:ext cx="6314017" cy="600075"/>
          </a:xfrm>
          <a:prstGeom prst="rect">
            <a:avLst/>
          </a:prstGeom>
          <a:noFill/>
          <a:ln>
            <a:noFill/>
            <a:prstDash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b" anchorCtr="0" forceAA="0" compatLnSpc="1">
            <a:prstTxWarp prst="textNoShape">
              <a:avLst/>
            </a:prstTxWarp>
            <a:normAutofit fontScale="900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b="0" i="0" kern="1200" baseline="0">
                <a:solidFill>
                  <a:schemeClr val="tx1"/>
                </a:solidFill>
                <a:latin typeface="Segoe UI Light" charset="0"/>
                <a:ea typeface="Segoe UI Light" charset="0"/>
                <a:cs typeface="Segoe UI Light" charset="0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400" b="0" i="0" u="none" strike="noStrike" kern="1200" cap="none" spc="0" normalizeH="0" baseline="0" noProof="0">
                <a:ln>
                  <a:noFill/>
                </a:ln>
                <a:solidFill>
                  <a:srgbClr val="F3C910"/>
                </a:solidFill>
                <a:effectLst/>
                <a:uLnTx/>
                <a:uFillTx/>
                <a:latin typeface="Segoe UI Light" charset="0"/>
                <a:ea typeface="Segoe UI Light" charset="0"/>
                <a:cs typeface="Segoe UI Light" charset="0"/>
              </a:rPr>
              <a:t>financials (tables)</a:t>
            </a:r>
            <a:endParaRPr kumimoji="0" lang="en-US" sz="4400" b="0" i="0" u="none" strike="noStrike" kern="1200" cap="none" spc="0" normalizeH="0" baseline="0" noProof="0" dirty="0">
              <a:ln>
                <a:noFill/>
              </a:ln>
              <a:solidFill>
                <a:srgbClr val="F3C910"/>
              </a:solidFill>
              <a:effectLst/>
              <a:uLnTx/>
              <a:uFillTx/>
              <a:latin typeface="Segoe UI Light" charset="0"/>
              <a:ea typeface="Segoe UI Light" charset="0"/>
              <a:cs typeface="Segoe UI Light" charset="0"/>
            </a:endParaRPr>
          </a:p>
        </p:txBody>
      </p:sp>
      <p:sp>
        <p:nvSpPr>
          <p:cNvPr id="13" name="Text Placeholder 2"/>
          <p:cNvSpPr txBox="1">
            <a:spLocks/>
          </p:cNvSpPr>
          <p:nvPr/>
        </p:nvSpPr>
        <p:spPr>
          <a:xfrm>
            <a:off x="853448" y="3658761"/>
            <a:ext cx="1488017" cy="253470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/>
              <a:buNone/>
              <a:defRPr sz="1200" b="0" i="0" u="sng" kern="1200">
                <a:solidFill>
                  <a:schemeClr val="tx1"/>
                </a:solidFill>
                <a:latin typeface="Segoe UI" charset="0"/>
                <a:ea typeface="Segoe UI" charset="0"/>
                <a:cs typeface="Segoe UI" charset="0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None/>
              <a:defRPr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dirty="0">
                <a:solidFill>
                  <a:schemeClr val="bg1"/>
                </a:solidFill>
                <a:hlinkClick r:id="coverSlideHpLink"/>
              </a:rPr>
              <a:t>View in Power BI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832315" y="5823544"/>
            <a:ext cx="217771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 b="1" i="0" dirty="0">
                <a:solidFill>
                  <a:schemeClr val="bg1"/>
                </a:solidFill>
                <a:latin typeface="Segoe UI Semibold" charset="0"/>
                <a:ea typeface="Segoe UI Semibold" charset="0"/>
                <a:cs typeface="Segoe UI Semibold" charset="0"/>
              </a:rPr>
              <a:t>Downloaded at:</a:t>
            </a:r>
          </a:p>
          <a:p>
            <a:r>
              <a:rPr lang="en-US" sz="900" b="0" i="0" dirty="0">
                <a:solidFill>
                  <a:schemeClr val="bg1"/>
                </a:solidFill>
                <a:latin typeface="Segoe UI" charset="0"/>
                <a:ea typeface="Segoe UI" charset="0"/>
                <a:cs typeface="Segoe UI" charset="0"/>
              </a:rPr>
              <a:t>1/15/2026 7:56:39 PM UTC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8512" y="5407903"/>
            <a:ext cx="217771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 b="1" dirty="0">
                <a:solidFill>
                  <a:schemeClr val="bg1"/>
                </a:solidFill>
                <a:latin typeface="Segoe UI Semibold" charset="0"/>
                <a:ea typeface="Segoe UI Semibold" charset="0"/>
                <a:cs typeface="Segoe UI Semibold" charset="0"/>
              </a:rPr>
              <a:t>Last data refresh:</a:t>
            </a:r>
            <a:endParaRPr lang="en-US" sz="900" b="1" i="0" dirty="0">
              <a:solidFill>
                <a:schemeClr val="bg1"/>
              </a:solidFill>
              <a:latin typeface="Segoe UI Semibold" charset="0"/>
              <a:ea typeface="Segoe UI Semibold" charset="0"/>
              <a:cs typeface="Segoe UI Semibold" charset="0"/>
            </a:endParaRPr>
          </a:p>
          <a:p>
            <a:r>
              <a:rPr lang="en-US" sz="900" dirty="0">
                <a:solidFill>
                  <a:schemeClr val="bg1"/>
                </a:solidFill>
                <a:latin typeface="Segoe UI" charset="0"/>
                <a:ea typeface="Segoe UI" charset="0"/>
                <a:cs typeface="Segoe UI" charset="0"/>
              </a:rPr>
              <a:t>1/14/2026 8:41:29 PM UTC</a:t>
            </a:r>
            <a:endParaRPr lang="en-US" sz="900" b="0" i="0" dirty="0">
              <a:solidFill>
                <a:schemeClr val="bg1"/>
              </a:solidFill>
              <a:latin typeface="Segoe UI" charset="0"/>
              <a:ea typeface="Segoe UI" charset="0"/>
              <a:cs typeface="Segoe UI" charset="0"/>
            </a:endParaRPr>
          </a:p>
        </p:txBody>
      </p:sp>
      <p:pic>
        <p:nvPicPr>
          <p:cNvPr id="16" name="Picture 15" descr="Microsoft Power BI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23544" y="722376"/>
            <a:ext cx="1490690" cy="245805"/>
          </a:xfrm>
          <a:prstGeom prst="rect">
            <a:avLst/>
          </a:prstGeom>
        </p:spPr>
      </p:pic>
      <p:pic>
        <p:nvPicPr>
          <p:cNvPr id="18" name="Picture 17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39696" y="3694176"/>
            <a:ext cx="162027" cy="1530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630729"/>
      </p:ext>
    </p:extLst>
  </p:cSld>
  <p:clrMapOvr>
    <a:masterClrMapping/>
  </p:clrMapOvr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3" name="Picture" title="This slide contains the following visuals: pivotTable. Please refer to the notes on this slide for details">
            <a:hlinkClick xmlns:r="http://schemas.openxmlformats.org/officeDocument/2006/relationships" xmlns:a="http://schemas.openxmlformats.org/drawingml/2006/main" r:id="RelId0"/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imgId211379555"/>
          <a:stretch xmlns:a="http://schemas.openxmlformats.org/drawingml/2006/main">
            <a:fillRect/>
          </a:stretch>
        </p:blipFill>
        <p:spPr>
          <a:xfrm xmlns:a="http://schemas.openxmlformats.org/drawingml/2006/main">
            <a:off x="76200" y="0"/>
            <a:ext cx="12020550" cy="6858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</p:pic>
      <p:sp>
        <p:nvSpPr>
          <p:cNvPr id="4" name="Title" hidden="1"/>
          <p:cNvSpPr>
            <a:spLocks xmlns:a="http://schemas.openxmlformats.org/drawingml/2006/main" noGrp="1"/>
          </p:cNvSpPr>
          <p:nvPr>
            <p:ph type="title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Month</a:t>
            </a:r>
          </a:p>
        </p:txBody>
      </p:sp>
    </p:spTree>
    <p:clrMapOvr>
      <a:masterClrMapping xmlns:a="http://schemas.openxmlformats.org/drawingml/2006/main"/>
    </p:clrMapOvr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3" name="Picture" title="This slide contains the following visuals: pivotTable. Please refer to the notes on this slide for details">
            <a:hlinkClick xmlns:r="http://schemas.openxmlformats.org/officeDocument/2006/relationships" xmlns:a="http://schemas.openxmlformats.org/drawingml/2006/main" r:id="RelId1"/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imgId211379552"/>
          <a:stretch xmlns:a="http://schemas.openxmlformats.org/drawingml/2006/main">
            <a:fillRect/>
          </a:stretch>
        </p:blipFill>
        <p:spPr>
          <a:xfrm xmlns:a="http://schemas.openxmlformats.org/drawingml/2006/main">
            <a:off x="76200" y="0"/>
            <a:ext cx="12020550" cy="6858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</p:pic>
      <p:sp>
        <p:nvSpPr>
          <p:cNvPr id="4" name="Title" hidden="1"/>
          <p:cNvSpPr>
            <a:spLocks xmlns:a="http://schemas.openxmlformats.org/drawingml/2006/main" noGrp="1"/>
          </p:cNvSpPr>
          <p:nvPr>
            <p:ph type="title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Quarter</a:t>
            </a:r>
          </a:p>
        </p:txBody>
      </p:sp>
    </p:spTree>
    <p:clrMapOvr>
      <a:masterClrMapping xmlns:a="http://schemas.openxmlformats.org/drawingml/2006/main"/>
    </p:clrMapOvr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3" name="Picture" title="This slide contains the following visuals: pivotTable. Please refer to the notes on this slide for details">
            <a:hlinkClick xmlns:r="http://schemas.openxmlformats.org/officeDocument/2006/relationships" xmlns:a="http://schemas.openxmlformats.org/drawingml/2006/main" r:id="RelId2"/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imgId211379554"/>
          <a:stretch xmlns:a="http://schemas.openxmlformats.org/drawingml/2006/main">
            <a:fillRect/>
          </a:stretch>
        </p:blipFill>
        <p:spPr>
          <a:xfrm xmlns:a="http://schemas.openxmlformats.org/drawingml/2006/main">
            <a:off x="76200" y="0"/>
            <a:ext cx="12020550" cy="6858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</p:pic>
      <p:sp>
        <p:nvSpPr>
          <p:cNvPr id="4" name="Title" hidden="1"/>
          <p:cNvSpPr>
            <a:spLocks xmlns:a="http://schemas.openxmlformats.org/drawingml/2006/main" noGrp="1"/>
          </p:cNvSpPr>
          <p:nvPr>
            <p:ph type="title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Visual calculations (Product)</a:t>
            </a:r>
          </a:p>
        </p:txBody>
      </p:sp>
    </p:spTree>
    <p:clrMapOvr>
      <a:masterClrMapping xmlns:a="http://schemas.openxmlformats.org/drawingml/2006/main"/>
    </p:clrMapOvr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3" name="Picture" title="This slide contains the following visuals: clusteredBarChart ,pivotTable. Please refer to the notes on this slide for details">
            <a:hlinkClick xmlns:r="http://schemas.openxmlformats.org/officeDocument/2006/relationships" xmlns:a="http://schemas.openxmlformats.org/drawingml/2006/main" r:id="RelId3"/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imgId211379553"/>
          <a:stretch xmlns:a="http://schemas.openxmlformats.org/drawingml/2006/main">
            <a:fillRect/>
          </a:stretch>
        </p:blipFill>
        <p:spPr>
          <a:xfrm xmlns:a="http://schemas.openxmlformats.org/drawingml/2006/main">
            <a:off x="76200" y="0"/>
            <a:ext cx="12020550" cy="6858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</p:pic>
      <p:sp>
        <p:nvSpPr>
          <p:cNvPr id="4" name="Title" hidden="1"/>
          <p:cNvSpPr>
            <a:spLocks xmlns:a="http://schemas.openxmlformats.org/drawingml/2006/main" noGrp="1"/>
          </p:cNvSpPr>
          <p:nvPr>
            <p:ph type="title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Visual calculations (Dates)</a:t>
            </a:r>
          </a:p>
        </p:txBody>
      </p:sp>
    </p:spTree>
    <p:clrMapOvr>
      <a:masterClrMapping xmlns:a="http://schemas.openxmlformats.org/drawingml/2006/main"/>
    </p:clrMapOvr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3" name="Picture" title="This slide contains the following visuals: pivotTable ,shape ,pivotTable. Please refer to the notes on this slide for details">
            <a:hlinkClick xmlns:r="http://schemas.openxmlformats.org/officeDocument/2006/relationships" xmlns:a="http://schemas.openxmlformats.org/drawingml/2006/main" r:id="RelId4"/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imgId211379556"/>
          <a:stretch xmlns:a="http://schemas.openxmlformats.org/drawingml/2006/main">
            <a:fillRect/>
          </a:stretch>
        </p:blipFill>
        <p:spPr>
          <a:xfrm xmlns:a="http://schemas.openxmlformats.org/drawingml/2006/main">
            <a:off x="76200" y="0"/>
            <a:ext cx="12020550" cy="6858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</p:pic>
      <p:sp>
        <p:nvSpPr>
          <p:cNvPr id="4" name="Title" hidden="1"/>
          <p:cNvSpPr>
            <a:spLocks xmlns:a="http://schemas.openxmlformats.org/drawingml/2006/main" noGrp="1"/>
          </p:cNvSpPr>
          <p:nvPr>
            <p:ph type="title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Calculation group</a:t>
            </a:r>
          </a:p>
        </p:txBody>
      </p:sp>
    </p:spTree>
    <p:clrMapOvr>
      <a:masterClrMapping xmlns:a="http://schemas.openxmlformats.org/drawingml/2006/main"/>
    </p:clrMapOvr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3" name="Picture" title="This slide contains the following visuals: pivotTable. Please refer to the notes on this slide for details">
            <a:hlinkClick xmlns:r="http://schemas.openxmlformats.org/officeDocument/2006/relationships" xmlns:a="http://schemas.openxmlformats.org/drawingml/2006/main" r:id="RelId5"/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imgId211379557"/>
          <a:stretch xmlns:a="http://schemas.openxmlformats.org/drawingml/2006/main">
            <a:fillRect/>
          </a:stretch>
        </p:blipFill>
        <p:spPr>
          <a:xfrm xmlns:a="http://schemas.openxmlformats.org/drawingml/2006/main">
            <a:off x="76200" y="0"/>
            <a:ext cx="12020550" cy="6858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</p:pic>
      <p:sp>
        <p:nvSpPr>
          <p:cNvPr id="4" name="Title" hidden="1"/>
          <p:cNvSpPr>
            <a:spLocks xmlns:a="http://schemas.openxmlformats.org/drawingml/2006/main" noGrp="1"/>
          </p:cNvSpPr>
          <p:nvPr>
            <p:ph type="title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KPIs</a:t>
            </a:r>
          </a:p>
        </p:txBody>
      </p:sp>
    </p:spTree>
    <p:clrMapOvr>
      <a:masterClrMapping xmlns:a="http://schemas.openxmlformats.org/drawingml/2006/main"/>
    </p:clrMapOvr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3" name="Picture" title="This slide contains the following visuals: clusteredColumnChart. Please refer to the notes on this slide for details">
            <a:hlinkClick xmlns:r="http://schemas.openxmlformats.org/officeDocument/2006/relationships" xmlns:a="http://schemas.openxmlformats.org/drawingml/2006/main" r:id="RelId6"/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imgId218514201"/>
          <a:stretch xmlns:a="http://schemas.openxmlformats.org/drawingml/2006/main">
            <a:fillRect/>
          </a:stretch>
        </p:blipFill>
        <p:spPr>
          <a:xfrm xmlns:a="http://schemas.openxmlformats.org/drawingml/2006/main">
            <a:off x="76200" y="0"/>
            <a:ext cx="12020550" cy="6858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</p:pic>
      <p:sp>
        <p:nvSpPr>
          <p:cNvPr id="4" name="Title" hidden="1"/>
          <p:cNvSpPr>
            <a:spLocks xmlns:a="http://schemas.openxmlformats.org/drawingml/2006/main" noGrp="1"/>
          </p:cNvSpPr>
          <p:nvPr>
            <p:ph type="title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Variance</a:t>
            </a:r>
          </a:p>
        </p:txBody>
      </p:sp>
    </p:spTree>
    <p:clrMapOvr>
      <a:masterClrMapping xmlns:a="http://schemas.openxmlformats.org/drawingml/2006/main"/>
    </p:clrMapOvr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3" name="Picture" title="This slide contains the following visuals: clusteredColumnChart. Please refer to the notes on this slide for details">
            <a:hlinkClick xmlns:r="http://schemas.openxmlformats.org/officeDocument/2006/relationships" xmlns:a="http://schemas.openxmlformats.org/drawingml/2006/main" r:id="RelId7"/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imgId218798538"/>
          <a:stretch xmlns:a="http://schemas.openxmlformats.org/drawingml/2006/main">
            <a:fillRect/>
          </a:stretch>
        </p:blipFill>
        <p:spPr>
          <a:xfrm xmlns:a="http://schemas.openxmlformats.org/drawingml/2006/main">
            <a:off x="76200" y="0"/>
            <a:ext cx="12020550" cy="6858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</p:pic>
      <p:sp>
        <p:nvSpPr>
          <p:cNvPr id="4" name="Title" hidden="1"/>
          <p:cNvSpPr>
            <a:spLocks xmlns:a="http://schemas.openxmlformats.org/drawingml/2006/main" noGrp="1"/>
          </p:cNvSpPr>
          <p:nvPr>
            <p:ph type="title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SVariance</a:t>
            </a:r>
          </a:p>
        </p:txBody>
      </p:sp>
    </p:spTree>
    <p:clrMapOvr>
      <a:masterClrMapping xmlns:a="http://schemas.openxmlformats.org/drawingml/2006/main"/>
    </p:clrMapOvr>
  </p:cSld>
</p:sld>
</file>

<file path=ppt/slides/slidea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3" name="Picture" title="This slide contains the following visuals: lineStackedColumnComboChart. Please refer to the notes on this slide for details">
            <a:hlinkClick xmlns:r="http://schemas.openxmlformats.org/officeDocument/2006/relationships" xmlns:a="http://schemas.openxmlformats.org/drawingml/2006/main" r:id="RelId8"/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imgId218798539"/>
          <a:stretch xmlns:a="http://schemas.openxmlformats.org/drawingml/2006/main">
            <a:fillRect/>
          </a:stretch>
        </p:blipFill>
        <p:spPr>
          <a:xfrm xmlns:a="http://schemas.openxmlformats.org/drawingml/2006/main">
            <a:off x="76200" y="0"/>
            <a:ext cx="12020550" cy="6858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</p:pic>
      <p:sp>
        <p:nvSpPr>
          <p:cNvPr id="4" name="Title" hidden="1"/>
          <p:cNvSpPr>
            <a:spLocks xmlns:a="http://schemas.openxmlformats.org/drawingml/2006/main" noGrp="1"/>
          </p:cNvSpPr>
          <p:nvPr>
            <p:ph type="title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Bar Chart Makeover</a:t>
            </a:r>
          </a:p>
        </p:txBody>
      </p:sp>
    </p:spTree>
    <p:clrMapOvr>
      <a:masterClrMapping xmlns:a="http://schemas.openxmlformats.org/drawingml/2006/main"/>
    </p:clrMapOvr>
  </p:cSld>
</p:sld>
</file>

<file path=ppt/slides/slideb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3" name="Picture" title="This slide contains the following visuals: clusteredColumnChart ,lineChart. Please refer to the notes on this slide for details">
            <a:hlinkClick xmlns:r="http://schemas.openxmlformats.org/officeDocument/2006/relationships" xmlns:a="http://schemas.openxmlformats.org/drawingml/2006/main" r:id="RelId9"/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imgId218975361"/>
          <a:stretch xmlns:a="http://schemas.openxmlformats.org/drawingml/2006/main">
            <a:fillRect/>
          </a:stretch>
        </p:blipFill>
        <p:spPr>
          <a:xfrm xmlns:a="http://schemas.openxmlformats.org/drawingml/2006/main">
            <a:off x="76200" y="0"/>
            <a:ext cx="12020550" cy="6858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</p:pic>
      <p:sp>
        <p:nvSpPr>
          <p:cNvPr id="4" name="Title" hidden="1"/>
          <p:cNvSpPr>
            <a:spLocks xmlns:a="http://schemas.openxmlformats.org/drawingml/2006/main" noGrp="1"/>
          </p:cNvSpPr>
          <p:nvPr>
            <p:ph type="title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IBCS</a:t>
            </a:r>
          </a:p>
        </p:txBody>
      </p:sp>
    </p:spTree>
    <p:clrMapOvr>
      <a:masterClrMapping xmlns:a="http://schemas.openxmlformats.org/drawingml/2006/main"/>
    </p:clrMapOvr>
  </p:cSld>
</p:sld>
</file>

<file path=ppt/slides/slidec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3" name="Picture" title="This slide contains the following visuals: columnChart. Please refer to the notes on this slide for details">
            <a:hlinkClick xmlns:r="http://schemas.openxmlformats.org/officeDocument/2006/relationships" xmlns:a="http://schemas.openxmlformats.org/drawingml/2006/main" r:id="RelId10"/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imgId218975360"/>
          <a:stretch xmlns:a="http://schemas.openxmlformats.org/drawingml/2006/main">
            <a:fillRect/>
          </a:stretch>
        </p:blipFill>
        <p:spPr>
          <a:xfrm xmlns:a="http://schemas.openxmlformats.org/drawingml/2006/main">
            <a:off x="76200" y="0"/>
            <a:ext cx="12020550" cy="6858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</p:pic>
      <p:sp>
        <p:nvSpPr>
          <p:cNvPr id="4" name="Title" hidden="1"/>
          <p:cNvSpPr>
            <a:spLocks xmlns:a="http://schemas.openxmlformats.org/drawingml/2006/main" noGrp="1"/>
          </p:cNvSpPr>
          <p:nvPr>
            <p:ph type="title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Stacked column chart</a:t>
            </a:r>
          </a:p>
        </p:txBody>
      </p:sp>
    </p:spTree>
    <p:clrMapOvr>
      <a:masterClrMapping xmlns:a="http://schemas.openxmlformats.org/drawingml/2006/main"/>
    </p:clrMapOvr>
  </p:cSld>
</p:sld>
</file>

<file path=ppt/theme/theme1.xml><?xml version="1.0" encoding="utf-8"?>
<a:theme xmlns:a="http://schemas.openxmlformats.org/drawingml/2006/main" name="Custom Design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5</TotalTime>
  <Words>27</Words>
  <Application>Microsoft Office PowerPoint</Application>
  <PresentationFormat>Widescreen</PresentationFormat>
  <Paragraphs>6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8" baseType="lpstr">
      <vt:lpstr>Arial</vt:lpstr>
      <vt:lpstr>Calibri</vt:lpstr>
      <vt:lpstr>Calibri Light</vt:lpstr>
      <vt:lpstr>Segoe UI</vt:lpstr>
      <vt:lpstr>Segoe UI Light</vt:lpstr>
      <vt:lpstr>Segoe UI Semibold</vt:lpstr>
      <vt:lpstr>Custom Design</vt:lpstr>
      <vt:lpstr>#Name of Power BI report#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Power BI</dc:creator>
  <cp:lastModifiedBy>Brian Butler</cp:lastModifiedBy>
  <cp:revision>4</cp:revision>
  <dcterms:created xsi:type="dcterms:W3CDTF">2016-09-04T11:54:55Z</dcterms:created>
  <dcterms:modified xsi:type="dcterms:W3CDTF">2020-11-25T15:29:01Z</dcterms:modified>
</cp:coreProperties>
</file>