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1,954,031 | -427,285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The Selected measure is: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1,735,196 | -311,215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16,008 | -4,635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2,133,068 | -356,613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218,835 | -116,070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960,804 | 255,252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268,804 | -65,034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1,229,608 | 190,218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The Selected measure is: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20,248 | -5,356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1,310,190 | 207,418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1,024,732 | 436,727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141,321 | 13,327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1,166,053 | 450,054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1,220,456 | 624,002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The Selected measure is: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16,612 | -1,734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21,052 | -9,954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1,958,678 | -1,093,508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431,799 | -311,392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The Selected measure is: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2,390,477 | -1,404,900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2,545,484 | -1,429,969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The Selected measure is: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21,702 | -8,462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597,037 | -413,124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1,958,406 | -423,371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2,555,443 | -836,495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2,619,490 | -706,188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ea95d3d-1b09-46cf-a6bf-b350b22a03f2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b76403c762fc4038" /><Relationship Type="http://schemas.openxmlformats.org/officeDocument/2006/relationships/slideLayout" Target="/ppt/slideLayouts/slideLayout8.xml" Id="R549e0887ce754773" /><Relationship Type="http://schemas.openxmlformats.org/officeDocument/2006/relationships/hyperlink" Target="https://app.powerbi.com/groups/me/reports/0ea95d3d-1b09-46cf-a6bf-b350b22a03f2/?pbi_source=PowerPoint" TargetMode="External" Id="RelId0" /><Relationship Type="http://schemas.openxmlformats.org/officeDocument/2006/relationships/image" Target="/ppt/media/image4.png" Id="imgId221199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3b4e7e859814437d" /><Relationship Type="http://schemas.openxmlformats.org/officeDocument/2006/relationships/slideLayout" Target="/ppt/slideLayouts/slideLayout8.xml" Id="R8dd4a24c9a7c41e8" /><Relationship Type="http://schemas.openxmlformats.org/officeDocument/2006/relationships/hyperlink" Target="https://app.powerbi.com/groups/me/reports/0ea95d3d-1b09-46cf-a6bf-b350b22a03f2/?pbi_source=PowerPoint" TargetMode="External" Id="RelId1" /><Relationship Type="http://schemas.openxmlformats.org/officeDocument/2006/relationships/image" Target="/ppt/media/image5.png" Id="imgId221199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9fec3d1f8a894f59" /><Relationship Type="http://schemas.openxmlformats.org/officeDocument/2006/relationships/slideLayout" Target="/ppt/slideLayouts/slideLayout8.xml" Id="R795d832f6c534b2f" /><Relationship Type="http://schemas.openxmlformats.org/officeDocument/2006/relationships/hyperlink" Target="https://app.powerbi.com/groups/me/reports/0ea95d3d-1b09-46cf-a6bf-b350b22a03f2/?pbi_source=PowerPoint" TargetMode="External" Id="RelId2" /><Relationship Type="http://schemas.openxmlformats.org/officeDocument/2006/relationships/image" Target="/ppt/media/image6.png" Id="imgId2211999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375462aacbd04463" /><Relationship Type="http://schemas.openxmlformats.org/officeDocument/2006/relationships/slideLayout" Target="/ppt/slideLayouts/slideLayout8.xml" Id="Rf0403bc18b884c49" /><Relationship Type="http://schemas.openxmlformats.org/officeDocument/2006/relationships/hyperlink" Target="https://app.powerbi.com/groups/me/reports/0ea95d3d-1b09-46cf-a6bf-b350b22a03f2/?pbi_source=PowerPoint" TargetMode="External" Id="RelId3" /><Relationship Type="http://schemas.openxmlformats.org/officeDocument/2006/relationships/image" Target="/ppt/media/image7.png" Id="imgId2211999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17e3e99194574611" /><Relationship Type="http://schemas.openxmlformats.org/officeDocument/2006/relationships/slideLayout" Target="/ppt/slideLayouts/slideLayout8.xml" Id="R8fc5afc213b840b2" /><Relationship Type="http://schemas.openxmlformats.org/officeDocument/2006/relationships/hyperlink" Target="https://app.powerbi.com/groups/me/reports/0ea95d3d-1b09-46cf-a6bf-b350b22a03f2/?pbi_source=PowerPoint" TargetMode="External" Id="RelId4" /><Relationship Type="http://schemas.openxmlformats.org/officeDocument/2006/relationships/image" Target="/ppt/media/image8.png" Id="imgId2211999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ecb8b5f7c1e146a9" /><Relationship Type="http://schemas.openxmlformats.org/officeDocument/2006/relationships/slideLayout" Target="/ppt/slideLayouts/slideLayout8.xml" Id="R0f447384cbce460a" /><Relationship Type="http://schemas.openxmlformats.org/officeDocument/2006/relationships/hyperlink" Target="https://app.powerbi.com/groups/me/reports/0ea95d3d-1b09-46cf-a6bf-b350b22a03f2/?pbi_source=PowerPoint" TargetMode="External" Id="RelId5" /><Relationship Type="http://schemas.openxmlformats.org/officeDocument/2006/relationships/image" Target="/ppt/media/image9.png" Id="imgId2211999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39935e92f09b415f" /><Relationship Type="http://schemas.openxmlformats.org/officeDocument/2006/relationships/slideLayout" Target="/ppt/slideLayouts/slideLayout8.xml" Id="R10285bb6b7364108" /><Relationship Type="http://schemas.openxmlformats.org/officeDocument/2006/relationships/hyperlink" Target="https://app.powerbi.com/groups/me/reports/0ea95d3d-1b09-46cf-a6bf-b350b22a03f2/?pbi_source=PowerPoint" TargetMode="External" Id="RelId6" /><Relationship Type="http://schemas.openxmlformats.org/officeDocument/2006/relationships/image" Target="/ppt/media/imagea.png" Id="imgId22122535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Countries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1/25/2026 10:30:33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1/25/2026 10:24:01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1,954,031 | -427,285 ,slicer ,The Selected measure is: Profit ,1,735,196 | -311,215 ,shape ,cardVisual ,16,008 | -4,635 ,2,133,068 | -356,613 ,shapeMap ,slicer ,card ,218,835 | -116,070 ,card ,actionButton ,shape ,donutChar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19992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United States of America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card ,960,804 | 255,252 ,actionButton ,shape ,268,804 | -65,034 ,1,229,608 | 190,218 ,shape ,The Selected measure is: Profit ,cardVisual ,donutChart ,slicer ,card ,20,248 | -5,356 ,1,310,190 | 207,418 ,shapeMap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1999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Canada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card ,1,024,732 | 436,727 ,donutChart ,141,321 | 13,327 ,card ,actionButton ,1,166,053 | 450,054 ,slicer ,cardVisual ,1,220,456 | 624,002 ,shape ,The Selected measure is: Profit ,shapeMap ,shape ,16,612 | -1,734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1999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Mexico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hapeMap ,cardVisual ,slicer ,card ,shape ,21,052 | -9,954 ,donutChart ,actionButton ,1,958,678 | -1,093,508 ,431,799 | -311,392 ,shape ,The Selected measure is: Profit ,card ,2,390,477 | -1,404,900 ,2,545,484 | -1,429,969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1999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shape ,slicer ,donutChart ,The Selected measure is: Profit ,card ,21,702 | -8,462 ,597,037 | -413,124 ,shape ,actionButton ,card ,1,958,406 | -423,371 ,slicer ,2,555,443 | -836,495 ,shapeMap ,2,619,490 | -706,188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19992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Germany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 ,card ,shape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1999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0" y="2190750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Tooltip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licer ,slicer ,slicer ,actionButton ,actionButton ,pivotTable ,slicer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212253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